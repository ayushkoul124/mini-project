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Cybersecurity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Institute of Engineering and Technology (Autonomous)</a:t>
            </a:r>
          </a:p>
          <a:p/>
          <a:p>
            <a:r>
              <a:t>Ayush Koul, Vinayak Singh Jamwal, Prajwal 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implement a comprehensive AI-Based Cybersecurity framework using Machine Learning.</a:t>
            </a:r>
          </a:p>
          <a:p>
            <a:pPr lvl="1"/>
            <a:r>
              <a:t>Detects and classifies network intrusions in real time.</a:t>
            </a:r>
          </a:p>
          <a:p>
            <a:pPr lvl="1"/>
            <a:r>
              <a:t>Demonstrates four complementary components:</a:t>
            </a:r>
          </a:p>
          <a:p>
            <a:pPr lvl="2"/>
            <a:r>
              <a:t>1. Supervised Intrusion Detection</a:t>
            </a:r>
          </a:p>
          <a:p>
            <a:pPr lvl="2"/>
            <a:r>
              <a:t>2. Unsupervised Anomaly Detection</a:t>
            </a:r>
          </a:p>
          <a:p>
            <a:pPr lvl="2"/>
            <a:r>
              <a:t>3. Multi-class Traffic Classification</a:t>
            </a:r>
          </a:p>
          <a:p>
            <a:pPr lvl="2"/>
            <a:r>
              <a:t>4. Adversarial Vulnerability Auditing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decoupled into independent AI modules:</a:t>
            </a:r>
          </a:p>
          <a:p>
            <a:pPr lvl="1"/>
            <a:r>
              <a:t>Intrusion Detection: Random Forest, Decision Tree, Neural Networks</a:t>
            </a:r>
          </a:p>
          <a:p>
            <a:pPr lvl="1"/>
            <a:r>
              <a:t>Anomaly Detection: Isolation Forest, One-Class SVM</a:t>
            </a:r>
          </a:p>
          <a:p>
            <a:pPr lvl="1"/>
            <a:r>
              <a:t>Traffic Classification: 5-class categorization (Normal, DoS, Probe, R2L, U2R)</a:t>
            </a:r>
          </a:p>
          <a:p>
            <a:pPr lvl="1"/>
            <a:r>
              <a:t>Adversarial Attack Simulator: FGSM, Random Noise, Feature Manipulation</a:t>
            </a:r>
          </a:p>
          <a:p>
            <a:pPr lvl="1"/>
            <a:r>
              <a:t>Interactive UI: Streamlit Dashboard for real-time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Benchmark: NSL-KDD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benchmark for network intrusion detection.</a:t>
            </a:r>
          </a:p>
          <a:p>
            <a:pPr lvl="1"/>
            <a:r>
              <a:t>41 specific features per connection record (duration, src_bytes, etc.)</a:t>
            </a:r>
          </a:p>
          <a:p>
            <a:pPr lvl="1"/>
            <a:r>
              <a:t>Approximately 150,000 total records</a:t>
            </a:r>
          </a:p>
          <a:p>
            <a:pPr lvl="1"/>
            <a:r>
              <a:t>Mix of continuous and categorical features</a:t>
            </a:r>
          </a:p>
          <a:p>
            <a:pPr lvl="1"/>
            <a:r>
              <a:t>Resolves redundancy issues present in the older KDD Cup 1999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Security Operations Center (SOC)</a:t>
            </a:r>
          </a:p>
          <a:p>
            <a:pPr lvl="1"/>
            <a:r>
              <a:t>Deployed at the network edge to drop DoS attacks and escalate U2R events.</a:t>
            </a:r>
          </a:p>
          <a:p>
            <a:r>
              <a:t>Zero-Day Threat Hunting</a:t>
            </a:r>
          </a:p>
          <a:p>
            <a:pPr lvl="1"/>
            <a:r>
              <a:t>Anomaly models train only on normal traffic, catching brand-new ransomware without relying on signatures.</a:t>
            </a:r>
          </a:p>
          <a:p>
            <a:r>
              <a:t>Red Team vs. Blue Team</a:t>
            </a:r>
          </a:p>
          <a:p>
            <a:pPr lvl="1"/>
            <a:r>
              <a:t>Security engineers use our Adversarial Simulator to attack and harden their own models before hackers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Why ~98% Accuracy?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 Characteristics:</a:t>
            </a:r>
          </a:p>
          <a:p>
            <a:pPr lvl="1"/>
            <a:r>
              <a:t>Clean, engineered features allow ensemble models to easily find mathematical boundaries.</a:t>
            </a:r>
          </a:p>
          <a:p>
            <a:r>
              <a:t>Strict Overfitting Prevention:</a:t>
            </a:r>
          </a:p>
          <a:p>
            <a:pPr lvl="1"/>
            <a:r>
              <a:t>Strict Train/Test splits and Stratified K-Fold Cross Validation ensure validity.</a:t>
            </a:r>
          </a:p>
          <a:p>
            <a:r>
              <a:t>Proving Vulnerability:</a:t>
            </a:r>
          </a:p>
          <a:p>
            <a:pPr lvl="1"/>
            <a:r>
              <a:t>Our adversarial tests prove the model isn't magic; injecting noise significantly drops the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Proceeding to the Streamlit Dashboard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