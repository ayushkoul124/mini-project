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Cybersecurity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Institute of Engineering and Technology (Autonomous)</a:t>
            </a:r>
          </a:p>
          <a:p/>
          <a:p>
            <a:r>
              <a:t>Authors: Ayush Koul, Vinayak Singh Jamwal, Prajwal 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Escalating Network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Network infrastructures are expanding rapidly.</a:t>
            </a:r>
          </a:p>
          <a:p>
            <a:pPr/>
            <a:r>
              <a:t>Hackers deploy automated tools to scan and exploit vulnerabilities.</a:t>
            </a:r>
          </a:p>
          <a:p>
            <a:pPr/>
            <a:r>
              <a:t>Zero-day attacks (previously unknown malware) are bypassing standard defenses.</a:t>
            </a:r>
          </a:p>
          <a:p>
            <a:pPr/>
            <a:r>
              <a:t>Human analysts are overwhelmed with 'Alert Fatigue' from millions of false positives.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Need: Why Traditional Defenses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Firewalls and Antiviruses rely on 'Signature Matching'.</a:t>
            </a:r>
          </a:p>
          <a:p>
            <a:pPr lvl="1"/>
            <a:r>
              <a:t>If the malware hash isn't in the database, it gets through.</a:t>
            </a:r>
          </a:p>
          <a:p>
            <a:pPr/>
            <a:r>
              <a:t>There is a critical need for dynamic, behavioral-based detection.</a:t>
            </a:r>
          </a:p>
          <a:p>
            <a:pPr lvl="1"/>
            <a:r>
              <a:t>We need systems that learn what 'Normal' looks like.</a:t>
            </a:r>
          </a:p>
          <a:p>
            <a:pPr lvl="1"/>
            <a:r>
              <a:t>We need systems that can flag deviations mathematically.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AI-Driven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Implementing an Artificial Intelligence framework that categorizes packets.</a:t>
            </a:r>
          </a:p>
          <a:p>
            <a:pPr/>
            <a:r>
              <a:t>Supervised Learning: Categorizing known attack signatures instantly.</a:t>
            </a:r>
          </a:p>
          <a:p>
            <a:pPr/>
            <a:r>
              <a:t>Unsupervised Learning: Flagging never-before-seen anomalies.</a:t>
            </a:r>
          </a:p>
          <a:p>
            <a:pPr/>
            <a:r>
              <a:t>Adversarial Defense: Hardening our AI models against intelligent hackers.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Language: Python 3</a:t>
            </a:r>
          </a:p>
          <a:p>
            <a:pPr/>
            <a:r>
              <a:t>Machine Learning Library: scikit-learn</a:t>
            </a:r>
          </a:p>
          <a:p>
            <a:pPr/>
            <a:r>
              <a:t>Data Manipulation: pandas, numpy</a:t>
            </a:r>
          </a:p>
          <a:p>
            <a:pPr/>
            <a:r>
              <a:t>Frontend/UI: Streamlit</a:t>
            </a:r>
          </a:p>
          <a:p>
            <a:pPr/>
            <a:r>
              <a:t>Visualization: matplotlib, seaborn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project is decoupled into 4 distinct AI components:</a:t>
            </a:r>
          </a:p>
          <a:p>
            <a:pPr/>
            <a:r>
              <a:t>1. Intrusion Detection: Binary classification (Normal vs Attack).</a:t>
            </a:r>
          </a:p>
          <a:p>
            <a:pPr/>
            <a:r>
              <a:t>2. Anomaly Detection: Unsupervised isolation of bizarre traffic.</a:t>
            </a:r>
          </a:p>
          <a:p>
            <a:pPr/>
            <a:r>
              <a:t>3. Traffic Classification: 5-class categorization (DoS, Probe, U2R, R2L).</a:t>
            </a:r>
          </a:p>
          <a:p>
            <a:pPr/>
            <a:r>
              <a:t>4. Adversarial Attack Simulator: Injecting FGSM noise to test robustness.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NSL-KDD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Standard benchmark dataset for network intrusion detection.</a:t>
            </a:r>
          </a:p>
          <a:p>
            <a:pPr/>
            <a:r>
              <a:t>Contains 41 engineered features per network connection.</a:t>
            </a:r>
          </a:p>
          <a:p>
            <a:pPr/>
            <a:r>
              <a:t>Addresses redundancy issues present in legacy KDD Cup 1999 data.</a:t>
            </a:r>
          </a:p>
          <a:p>
            <a:pPr/>
            <a:r>
              <a:t>Includes a mix of continuous and categorical features.</a:t>
            </a:r>
          </a:p>
          <a:p>
            <a:pPr/>
            <a:r>
              <a:t>Models were trained on ~125,000 records and tested on ~22,000 unseen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project is packaged as a professional Streamlit Web App.</a:t>
            </a:r>
          </a:p>
          <a:p>
            <a:pPr/>
            <a:r>
              <a:t>1. Start Server -&gt; 2. Select Module -&gt; 3. Run AI Analysis -&gt; 4. View Metrics.</a:t>
            </a:r>
          </a:p>
          <a:p>
            <a:pPr/>
            <a:r>
              <a:t>Interactive UI allows the user to dynamically generate traffic and test models.</a:t>
            </a:r>
          </a:p>
          <a:p>
            <a:pPr/>
            <a:r>
              <a:t>*(Please refer to live demonstration for the UI workflow)*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UI (Placeholder)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[PASTE YOUR STREAMLIT DASHBOARD SCREENSHOTS HERE]</a:t>
            </a:r>
          </a:p>
          <a:p>
            <a:pPr/>
            <a:r>
              <a:t>Show the dark mode UI.</a:t>
            </a:r>
          </a:p>
          <a:p>
            <a:pPr/>
            <a:r>
              <a:t>Show the ROC curves and Confusion Matrices.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Accuracy Range: 97% - 99% depending on the model.</a:t>
            </a:r>
          </a:p>
          <a:p>
            <a:pPr/>
            <a:r>
              <a:t>Random Forest outperformed Decision Trees and MLPs.</a:t>
            </a:r>
          </a:p>
          <a:p>
            <a:pPr/>
            <a:r>
              <a:t>Defense Against Overfitting:</a:t>
            </a:r>
          </a:p>
          <a:p>
            <a:pPr lvl="1"/>
            <a:r>
              <a:t>Evaluators often question 98% accuracy.</a:t>
            </a:r>
          </a:p>
          <a:p>
            <a:pPr lvl="1"/>
            <a:r>
              <a:t>We utilized strict Train/Test splits and Stratified K-Fold CV.</a:t>
            </a:r>
          </a:p>
          <a:p>
            <a:pPr lvl="1"/>
            <a:r>
              <a:t>The high accuracy is largely due to the highly-engineered nature of NSL-KDD.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Integration with Real-Time Network Edge:</a:t>
            </a:r>
          </a:p>
          <a:p>
            <a:pPr lvl="1"/>
            <a:r>
              <a:t>Connect the model to Zeek or Wireshark via PCAP parsing.</a:t>
            </a:r>
          </a:p>
          <a:p>
            <a:pPr lvl="1"/>
            <a:r>
              <a:t>Continuously stream live corporate packets directly into the inference engine.</a:t>
            </a:r>
          </a:p>
          <a:p>
            <a:pPr/>
            <a:r>
              <a:t>Continuous Adversarial Training:</a:t>
            </a:r>
          </a:p>
          <a:p>
            <a:pPr lvl="1"/>
            <a:r>
              <a:t>Automatically retrain the model on the adversarial noise we generated.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Ayush Koul: Core System Architecture &amp; Streamlit UI Integration</a:t>
            </a:r>
          </a:p>
          <a:p>
            <a:pPr/>
            <a:r>
              <a:t>Vinayak Singh Jamwal: Intrusion &amp; Traffic Classification Models</a:t>
            </a:r>
          </a:p>
          <a:p>
            <a:pPr/>
            <a:r>
              <a:t>Prajwal Shan: Anomaly Detection &amp; Adversarial Attack Simulation</a:t>
            </a:r>
          </a:p>
          <a:p>
            <a:pPr/>
            <a:r>
              <a:t>*(Note: Update this slide with your actual specific contributions if needed)*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 the QR Code to view the full source code on GitHub.</a:t>
            </a:r>
          </a:p>
        </p:txBody>
      </p:sp>
      <p:pic>
        <p:nvPicPr>
          <p:cNvPr id="4" name="Picture 3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200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