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Traffic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FFB347"/>
              </a:solidFill>
              <a:effectLst/>
            </c:spPr>
          </c:dPt>
          <c:dPt>
            <c:idx val="3"/>
            <c:bubble3D val="0"/>
            <c:spPr>
              <a:solidFill>
                <a:srgbClr val="FF4757"/>
              </a:solidFill>
              <a:effectLst/>
            </c:spPr>
          </c:dPt>
          <c:dPt>
            <c:idx val="4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E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E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E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E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0A0E2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Normal (53%)</c:v>
                </c:pt>
                <c:pt idx="1">
                  <c:v>DoS (23%)</c:v>
                </c:pt>
                <c:pt idx="2">
                  <c:v>Probe (14%)</c:v>
                </c:pt>
                <c:pt idx="3">
                  <c:v>R2L (9%)</c:v>
                </c:pt>
                <c:pt idx="4">
                  <c:v>U2R (1%)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53</c:v>
                </c:pt>
                <c:pt idx="1">
                  <c:v>23</c:v>
                </c:pt>
                <c:pt idx="2">
                  <c:v>14</c:v>
                </c:pt>
                <c:pt idx="3">
                  <c:v>9</c:v>
                </c:pt>
                <c:pt idx="4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8C4D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Neural Network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98.2</c:v>
                </c:pt>
                <c:pt idx="2">
                  <c:v>97.5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6"/>
        </c:scaling>
        <c:delete val="0"/>
        <c:axPos val="l"/>
        <c:majorGridlines>
          <c:spPr>
            <a:ln w="6350" cap="flat">
              <a:solidFill>
                <a:srgbClr val="1E2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DoS</c:v>
                  </c:pt>
                  <c:pt idx="2">
                    <c:v>Probe</c:v>
                  </c:pt>
                  <c:pt idx="3">
                    <c:v>R2L</c:v>
                  </c:pt>
                  <c:pt idx="4">
                    <c:v>U2R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</c:v>
                </c:pt>
                <c:pt idx="1">
                  <c:v>0.99</c:v>
                </c:pt>
                <c:pt idx="2">
                  <c:v>0.97</c:v>
                </c:pt>
                <c:pt idx="3">
                  <c:v>0.96</c:v>
                </c:pt>
                <c:pt idx="4">
                  <c:v>0.94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9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0058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5544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1031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4572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0058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5544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4572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0058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5544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1031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4572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10058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15544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21031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4572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0058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5544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1031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45720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100584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155448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2103120"/>
            <a:ext cx="54864" cy="54864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1645920" cy="1645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5760" y="457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</a:rPr>
              <a:t>PROJECT 16  ·  MINI PROJECT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5760" y="9601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AI-Based</a:t>
            </a:r>
            <a:endParaRPr lang="en-US" sz="5200" dirty="0"/>
          </a:p>
        </p:txBody>
      </p:sp>
      <p:sp>
        <p:nvSpPr>
          <p:cNvPr id="30" name="Text 27"/>
          <p:cNvSpPr/>
          <p:nvPr/>
        </p:nvSpPr>
        <p:spPr>
          <a:xfrm>
            <a:off x="365760" y="16916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AA"/>
                </a:solidFill>
              </a:rPr>
              <a:t>Cybersecurity System</a:t>
            </a:r>
            <a:endParaRPr lang="en-US" sz="5200" dirty="0"/>
          </a:p>
        </p:txBody>
      </p:sp>
      <p:sp>
        <p:nvSpPr>
          <p:cNvPr id="31" name="Text 28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6"/>
                </a:solidFill>
              </a:rPr>
              <a:t>Network Intrusion Detection  ·  Anomaly Analysis  ·  Traffic Classification  ·  Adversarial Robustness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3017520"/>
            <a:ext cx="22860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C4D6"/>
                </a:solidFill>
              </a:rPr>
              <a:t>Model Institute of Engineering and Technology (Autonomous)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6576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Ayush Koul  ·  Vinayak Singh Jamwal  ·  Prajwal Shan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65760" y="4206240"/>
            <a:ext cx="1554480" cy="347472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6576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Python 3.8+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057400" y="4206240"/>
            <a:ext cx="1554480" cy="347472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205740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749040" y="4206240"/>
            <a:ext cx="1554480" cy="347472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74904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Streamlit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440680" y="4206240"/>
            <a:ext cx="1554480" cy="347472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44068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NSL-KDD Dataset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132320" y="4206240"/>
            <a:ext cx="1554480" cy="347472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13232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ML +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4757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Does Cybersecurity Need AI?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137160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72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</a:rPr>
              <a:t>2,200+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8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Cyberattacks per 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globally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743200" cy="137160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572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</a:rPr>
              <a:t>$9.5T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9776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Cybercrime cost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estimated in 2024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743200" cy="137160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1572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287 days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9494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Average breach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</a:rPr>
              <a:t>detection time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74320" y="2926080"/>
            <a:ext cx="4114800" cy="68580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017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Traditional rule-based systems miss novel &amp; zero-day attacks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663440" y="2926080"/>
            <a:ext cx="4114800" cy="68580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0632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3017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Network traffic volume has grown beyond manual analysis capacity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274320" y="3840480"/>
            <a:ext cx="4114800" cy="68580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776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4400" y="3931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Attackers use adversarial techniques to evade detection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663440" y="3840480"/>
            <a:ext cx="4114800" cy="68580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9776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03520" y="3931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Lack of real-time multi-class threat classification in most tools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</a:rPr>
              <a:t>PROJECT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Set Out to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78892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27889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2704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0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14904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Binary IDS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8928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Detect normal vs attack traffic with supervised ML (RF, DT, MLP) achieving &gt;97% accuracy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46120" y="1325880"/>
            <a:ext cx="278892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325880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5270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840480" y="14904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Anomaly Detection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18928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Identify unknown threats without labelled data using Isolation Forest &amp; One-Class SVM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17920" y="1325880"/>
            <a:ext cx="278892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325880"/>
            <a:ext cx="278892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2704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14173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812280" y="14904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Traffic Classification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55080" y="189280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Classify 5 network traffic categories: Normal, DoS, Probe, R2L, U2R with multi-class RF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3017520"/>
            <a:ext cx="278892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3017520"/>
            <a:ext cx="2788920" cy="45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18688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560320" y="3108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4757"/>
                </a:solidFill>
              </a:rPr>
              <a:t>04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868680" y="31821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Adversarial Robustness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11480" y="35844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Simulate FGSM, Random Noise &amp; Feature Manipulation attacks to probe IDS resilience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46120" y="3017520"/>
            <a:ext cx="278892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46120" y="3017520"/>
            <a:ext cx="278892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218688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32120" y="3108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05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3840480" y="31821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Unified Dashboard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383280" y="35844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Interactive Streamlit web UI consolidating all modules with live visualizations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217920" y="3017520"/>
            <a:ext cx="278892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17920" y="3017520"/>
            <a:ext cx="2788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218688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503920" y="3108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06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6812280" y="31821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NSL-KDD Benchmark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6355080" y="35844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Validate all models on the industry-standard NSL-KDD dataset (125K+ training records)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SOLUTION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Design &amp; Data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1920240" cy="64008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NSL-KDD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 Input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12848" y="1673352"/>
            <a:ext cx="36576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417320"/>
            <a:ext cx="1828800" cy="640080"/>
          </a:xfrm>
          <a:prstGeom prst="rect">
            <a:avLst/>
          </a:prstGeom>
          <a:solidFill>
            <a:srgbClr val="131A4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Pre-processing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Normalize + Encode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53128" y="1673352"/>
            <a:ext cx="36576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25880"/>
            <a:ext cx="2194560" cy="822960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ML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(4 Modules)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8312" y="1673352"/>
            <a:ext cx="36576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1417320"/>
            <a:ext cx="1417320" cy="640080"/>
          </a:xfrm>
          <a:prstGeom prst="rect">
            <a:avLst/>
          </a:prstGeom>
          <a:solidFill>
            <a:srgbClr val="131A45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417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25312" y="2167128"/>
            <a:ext cx="36576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68880"/>
            <a:ext cx="2011680" cy="100584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6888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Intrusion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RF · DT · MLP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61872" y="2167128"/>
            <a:ext cx="36576" cy="3017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2468880"/>
            <a:ext cx="2011680" cy="100584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246888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Anomaly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IsoForest · SVM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56432" y="2167128"/>
            <a:ext cx="36576" cy="3017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468880"/>
            <a:ext cx="2011680" cy="100584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468880"/>
            <a:ext cx="201168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Traffic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Classification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5-class RF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50992" y="2167128"/>
            <a:ext cx="36576" cy="3017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2468880"/>
            <a:ext cx="2011680" cy="1005840"/>
          </a:xfrm>
          <a:prstGeom prst="rect">
            <a:avLst/>
          </a:prstGeom>
          <a:solidFill>
            <a:srgbClr val="111936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0" y="2468880"/>
            <a:ext cx="201168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5420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</a:rPr>
              <a:t>Adversarial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</a:rPr>
              <a:t>Attacks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FGSM · Noise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845552" y="2167128"/>
            <a:ext cx="36576" cy="3017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52728" y="2167128"/>
            <a:ext cx="6620256" cy="36576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OUTPUT  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417320" y="376732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020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Accuracy / F1 / AUC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926080" y="376732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Confusion Matrices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34840" y="376732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ROC Curves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0" y="376732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Feature Importance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52360" y="376732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3730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Attack Robustness 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133088"/>
            <a:ext cx="859536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C4D6"/>
                </a:solidFill>
              </a:rPr>
              <a:t>All outputs visualized in the interactive Streamlit dashboard at http://localhost:8501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347"/>
                </a:solidFill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NSL-KDD Benchmark Dataset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91440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201168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</a:rPr>
              <a:t>Source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664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Canadian Institute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 Cybersecurity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325880"/>
            <a:ext cx="2011680" cy="91440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325880"/>
            <a:ext cx="201168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</a:rPr>
              <a:t>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50592" y="1664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41 per connection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2011680" cy="91440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325880"/>
            <a:ext cx="201168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</a:rPr>
              <a:t>Training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26864" y="1664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~125,973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325880"/>
            <a:ext cx="2011680" cy="914400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325880"/>
            <a:ext cx="201168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</a:rPr>
              <a:t>Test Set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03136" y="1664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~22,544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Traffic Category Breakdown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5029200" cy="210312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22960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27"/>
                          </a:solidFill>
                        </a:rPr>
                        <a:t>Label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27"/>
                          </a:solidFill>
                        </a:rPr>
                        <a:t>Attack Type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27"/>
                          </a:solidFill>
                        </a:rPr>
                        <a:t>Share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Normal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Legitimate network traffic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53%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DoS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Denial-of-Service (flood, smurf, neptune)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23%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Probe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Surveillance &amp; scanning (nmap, portsweep)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R2L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Remote-to-Local unauthorized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9%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U2R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User-to-Root privilege escalation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0" descr=""/>
          <p:cNvGraphicFramePr/>
          <p:nvPr/>
        </p:nvGraphicFramePr>
        <p:xfrm>
          <a:off x="5486400" y="2377440"/>
          <a:ext cx="33832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Tools, Libraries &amp; Frameworks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411480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4114800" cy="34747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26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Language &amp; Runtime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87452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Python 3.8+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075688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29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Node.js (tooling)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411480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71600"/>
            <a:ext cx="4114800" cy="347472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26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73752" y="187452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8288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scikit-learn 1.2+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73752" y="207568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029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NumPy 1.24+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73752" y="227685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Pandas 1.5+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411480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4114800" cy="347472"/>
          </a:xfrm>
          <a:prstGeom prst="rect">
            <a:avLst/>
          </a:prstGeom>
          <a:solidFill>
            <a:srgbClr val="FFB347">
              <a:alpha val="2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566160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520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Matplotlib 3.6+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" y="3767328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21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Seaborn 0.12+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912" y="3968496"/>
            <a:ext cx="91440" cy="9144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22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Streamlit 1.28+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063240"/>
            <a:ext cx="4114800" cy="1508760"/>
          </a:xfrm>
          <a:prstGeom prst="rect">
            <a:avLst/>
          </a:prstGeom>
          <a:solidFill>
            <a:srgbClr val="111936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63240"/>
            <a:ext cx="4114800" cy="347472"/>
          </a:xfrm>
          <a:prstGeom prst="rect">
            <a:avLst/>
          </a:prstGeom>
          <a:solidFill>
            <a:srgbClr val="FF4757">
              <a:alpha val="25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</a:rPr>
              <a:t>ML Algorithms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73752" y="3566160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520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73752" y="3767328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721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73752" y="3968496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922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MLP Neural Net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73752" y="4169664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41239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Isolation Forest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73752" y="4370832"/>
            <a:ext cx="91440" cy="914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325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One-Class SVM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31A45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274320" cy="27432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2296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github.com/AyushKoul124/MINI-PROJECT  ·  MIT License  · 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Module Deep-Dive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53312"/>
            <a:ext cx="4114800" cy="164592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53312"/>
            <a:ext cx="54864" cy="1645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673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Intrusion Detection 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956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src/intrusion_detection.py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231136"/>
            <a:ext cx="64008" cy="640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Supervised binary classification: Normal vs Attack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64008" cy="640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Algorithms: Random Forest (100 trees), Decision Tree (depth-10), MLP (64-32)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64008" cy="640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Pipeline: StandardScaler → LabelEncoder → Model → Metrics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07208"/>
            <a:ext cx="64008" cy="640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70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Output: Accuracy, F1, Confusion Matrix, Feature Importance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353312"/>
            <a:ext cx="4114800" cy="164592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353312"/>
            <a:ext cx="54864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4447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1673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1956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src/anomaly_detection.py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92040" y="2231136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Unsupervised — no labelled attack data needed for training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42316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386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Isolation Forest (contamination=0.3) &amp; One-Class SVM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2615184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578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Outputs ROC-AUC curve &amp; threshold-based binary classification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80720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770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Effective for detecting zero-day / novel attack patterns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136392"/>
            <a:ext cx="4114800" cy="164592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136392"/>
            <a:ext cx="54864" cy="16459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27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</a:rPr>
              <a:t>03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Traffic Classification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8912" y="3739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src/traffic_classification.py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014216"/>
            <a:ext cx="64008" cy="6400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5-class: Normal, DoS, Probe, R2L, U2R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64008" cy="6400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Random Forest multi-class classifier on 10,000+ samples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398264"/>
            <a:ext cx="64008" cy="6400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361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Per-class Precision / Recall / F1 + class distribution charts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590288"/>
            <a:ext cx="64008" cy="6400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553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generate_multiclass_traffic() for synthetic data generation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136392"/>
            <a:ext cx="4114800" cy="1645920"/>
          </a:xfrm>
          <a:prstGeom prst="rect">
            <a:avLst/>
          </a:prstGeom>
          <a:solidFill>
            <a:srgbClr val="111936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136392"/>
            <a:ext cx="54864" cy="16459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2278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</a:rPr>
              <a:t>04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73752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Adversarial Attack Simulator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73752" y="3739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src/adversarial_attacks.py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92040" y="4014216"/>
            <a:ext cx="64008" cy="64008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FGSM: epsilon-scaled gradient-direction perturbation (eps=0.1 default)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92040" y="4206240"/>
            <a:ext cx="64008" cy="64008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41696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Random Noise: Proportional Gaussian noise on all 41 features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92040" y="4398264"/>
            <a:ext cx="64008" cy="64008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4361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Feature Manipulation: Targeted reduction of top-importance features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92040" y="4590288"/>
            <a:ext cx="64008" cy="64008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4553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Measures accuracy degradation % under each attack type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Model Performance Metrics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91440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898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</a:rPr>
              <a:t>99.0%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Random Forest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91440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898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</a:rPr>
              <a:t>~0.990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461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F1-Score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(RF)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743200" cy="91440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8988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</a:rPr>
              <a:t>~0.91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AUC-ROC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C4D6"/>
                </a:solidFill>
              </a:rPr>
              <a:t>Isolation Forest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Intrusion Detection — Algorithm Comparison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651760"/>
          <a:ext cx="47548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212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Detection (Unsupervised)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2651760"/>
          <a:ext cx="3657600" cy="82296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27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27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E27"/>
                          </a:solidFill>
                        </a:rPr>
                        <a:t>AUC-ROC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Isolation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~85%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~0.91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One-Class SVM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~78%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~0.87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36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212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Traffic Classification — Per-Class F1</a:t>
            </a:r>
            <a:endParaRPr lang="en-US" sz="11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5212080" y="3886200"/>
          <a:ext cx="36576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347"/>
                </a:solidFill>
              </a:rPr>
              <a:t>PROOF OF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Working Prototype &amp; Outputs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5120640" cy="292608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5120640" cy="32004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● ● ●   localhost:8501 — Streamlit Dashboard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1097280" cy="2606040"/>
          </a:xfrm>
          <a:prstGeom prst="rect">
            <a:avLst/>
          </a:prstGeom>
          <a:solidFill>
            <a:srgbClr val="131A45"/>
          </a:solidFill>
          <a:ln w="12700">
            <a:solidFill>
              <a:srgbClr val="131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28800"/>
            <a:ext cx="1005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IDS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Anomaly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Traffic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Attack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17190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Intrusion Detection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2011680"/>
            <a:ext cx="3840480" cy="502920"/>
          </a:xfrm>
          <a:prstGeom prst="rect">
            <a:avLst/>
          </a:prstGeom>
          <a:solidFill>
            <a:srgbClr val="0D11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</a:rPr>
              <a:t>Algorithm: Random Forest  |  Accuracy: 99.0%  |  F1: 0.990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2926080"/>
            <a:ext cx="457200" cy="9144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RF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14600" y="3200400"/>
            <a:ext cx="4572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DT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29000" y="3337560"/>
            <a:ext cx="45720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858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A"/>
                </a:solidFill>
              </a:rPr>
              <a:t>MLP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325880"/>
            <a:ext cx="333756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14173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usage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16916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src.intrusion_detection import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IntrusionDetectionSystem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IntrusionDetectionSystem(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algorithm='random_forest'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ids.train(X_train, y_train)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metrics, y_pred = ids.evaluate(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X_test, y_test)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77840" y="3273552"/>
            <a:ext cx="3337560" cy="347472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33756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989320" y="3319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Source code: 4 Python modules + dashboard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77840" y="3685032"/>
            <a:ext cx="3337560" cy="347472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74904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989320" y="3730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Repository: github.com/AyushKoul124/MINI-PROJECT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577840" y="4096512"/>
            <a:ext cx="3337560" cy="347472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16052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989320" y="4142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Streamlit dashboard runs at localhost:8501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577840" y="4507992"/>
            <a:ext cx="3337560" cy="347472"/>
          </a:xfrm>
          <a:prstGeom prst="rect">
            <a:avLst/>
          </a:prstGeom>
          <a:solidFill>
            <a:srgbClr val="111936"/>
          </a:solidFill>
          <a:ln w="12700">
            <a:solidFill>
              <a:srgbClr val="1E2D5A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572000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989320" y="4553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5 output plots saved to docs/ directory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4757"/>
                </a:solidFill>
              </a:rPr>
              <a:t>UNIQUE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Makes This Project Stand 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53312"/>
            <a:ext cx="2788920" cy="155448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361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4-in-1 Framework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993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Single platform covering binary IDS, anomaly detection, multi-class traffic classification, AND adversarial robustness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353312"/>
            <a:ext cx="2788920" cy="1554480"/>
          </a:xfrm>
          <a:prstGeom prst="rect">
            <a:avLst/>
          </a:prstGeom>
          <a:solidFill>
            <a:srgbClr val="111936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53619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</a:rPr>
              <a:t>Adversarial Testing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1993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Rare in student projects — simulates real-world evasion attacks (FGSM, feature manipulation) to expose IDS blind spots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353312"/>
            <a:ext cx="2788920" cy="155448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76288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Unsupervised Anomaly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55080" y="1993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Detects unknown zero-day threats without labelled data — mirrors real enterprise security deployments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4320" y="3090672"/>
            <a:ext cx="2788920" cy="155448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7355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</a:rPr>
              <a:t>Interactive Dashboard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11480" y="37307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Full Streamlit web UI with live model training, real-time metric display, and downloadable visualizations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46120" y="3090672"/>
            <a:ext cx="2788920" cy="155448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273552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04488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NSL-KDD Benchmark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383280" y="37307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Uses the gold-standard academic dataset with 125K+ records — results are reproducible and comparable to published research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217920" y="3090672"/>
            <a:ext cx="2788920" cy="155448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27355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76288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Modular Architecture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355080" y="37307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Clean separation: each module is independently importable and testable — swap algorithms without touching other components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FUTURE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Where Do We Go From Here?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463040"/>
            <a:ext cx="45720" cy="338328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1508760"/>
            <a:ext cx="274320" cy="2743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90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AA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1435608"/>
            <a:ext cx="7040880" cy="54864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1472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Real Dataset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38528" y="1728216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Replace synthetic data with actual NSL-KDD files; add automated download script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44168" y="217627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0" y="2103120"/>
            <a:ext cx="7040880" cy="54864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38528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True FGSM via PyTorch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38528" y="2395728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Implement gradient-based FGSM with a differentiable MLP — not noise approximation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44168" y="2843784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25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Phase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2770632"/>
            <a:ext cx="7040880" cy="54864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38528" y="2807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Deep Learning Models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38528" y="3063240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Add LSTM / Transformer for sequential traffic analysis; improve U2R detection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44168" y="3511296"/>
            <a:ext cx="274320" cy="27432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4757"/>
                </a:solidFill>
              </a:rPr>
              <a:t>Phase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3438144"/>
            <a:ext cx="7040880" cy="548640"/>
          </a:xfrm>
          <a:prstGeom prst="rect">
            <a:avLst/>
          </a:prstGeom>
          <a:solidFill>
            <a:srgbClr val="111936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938528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</a:rPr>
              <a:t>Real-Time Packet Capture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38528" y="3730752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Integrate Scapy / pcap ingestion for live network monitoring &amp; alerting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44168" y="4178808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Phase 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0" y="4105656"/>
            <a:ext cx="7040880" cy="548640"/>
          </a:xfrm>
          <a:prstGeom prst="rect">
            <a:avLst/>
          </a:prstGeom>
          <a:solidFill>
            <a:srgbClr val="111936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38528" y="4142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Explainability (XAI)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38528" y="4398264"/>
            <a:ext cx="6812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Add SHAP / LIME explanations per prediction for analyst trust and audit trails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</a:rPr>
              <a:t>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Meet the Builders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2296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53312"/>
            <a:ext cx="2788920" cy="3291840"/>
          </a:xfrm>
          <a:prstGeom prst="rect">
            <a:avLst/>
          </a:prstGeom>
          <a:solidFill>
            <a:srgbClr val="111936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53312"/>
            <a:ext cx="27889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08760"/>
            <a:ext cx="1097280" cy="109728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743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Ayush Koul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3090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D4AA"/>
                </a:solidFill>
              </a:rPr>
              <a:t>ML Lead &amp; IDS Module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401568"/>
            <a:ext cx="242316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" y="3511296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Intrusion Detection System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" y="3813048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Random Forest / DT / MLP training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4114800"/>
            <a:ext cx="73152" cy="7315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Project architecture &amp; README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46120" y="1353312"/>
            <a:ext cx="2788920" cy="3291840"/>
          </a:xfrm>
          <a:prstGeom prst="rect">
            <a:avLst/>
          </a:prstGeom>
          <a:solidFill>
            <a:srgbClr val="111936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353312"/>
            <a:ext cx="27889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0480" y="1508760"/>
            <a:ext cx="1097280" cy="10972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645920"/>
            <a:ext cx="731520" cy="7315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246120" y="2743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Vinayak Singh Jamwal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246120" y="3090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4D8"/>
                </a:solidFill>
              </a:rPr>
              <a:t>Anomaly &amp; Adversarial Module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29000" y="3401568"/>
            <a:ext cx="242316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447288" y="351129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93592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Anomaly detection pipeline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447288" y="381304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93592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Adversarial attack simulator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447288" y="411480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93592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ROC / AUC analysis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217920" y="1353312"/>
            <a:ext cx="2788920" cy="3291840"/>
          </a:xfrm>
          <a:prstGeom prst="rect">
            <a:avLst/>
          </a:prstGeom>
          <a:solidFill>
            <a:srgbClr val="111936"/>
          </a:solidFill>
          <a:ln w="12700">
            <a:solidFill>
              <a:srgbClr val="FFB3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17920" y="1353312"/>
            <a:ext cx="278892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812280" y="1508760"/>
            <a:ext cx="1097280" cy="1097280"/>
          </a:xfrm>
          <a:prstGeom prst="ellipse">
            <a:avLst/>
          </a:prstGeom>
          <a:solidFill>
            <a:srgbClr val="FFB347">
              <a:alpha val="20000"/>
            </a:srgbClr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731520" cy="7315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217920" y="2743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Prajwal Shan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217920" y="3090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B347"/>
                </a:solidFill>
              </a:rPr>
              <a:t>Dashboard &amp; Traffic Module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400800" y="3401568"/>
            <a:ext cx="242316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419088" y="3511296"/>
            <a:ext cx="73152" cy="7315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565392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Traffic classification (5-class)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419088" y="3813048"/>
            <a:ext cx="73152" cy="7315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565392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Streamlit dashboard UI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419088" y="4114800"/>
            <a:ext cx="73152" cy="7315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565392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</a:rPr>
              <a:t>Data preprocessing &amp; visualizations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A"/>
                </a:solidFill>
              </a:rPr>
              <a:t>Model Institute of Engineering and Technology (Autonomous)  ·  Project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08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36576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132588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228600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324612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4206240"/>
            <a:ext cx="45720" cy="457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1371600" cy="13716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5" name="Text 42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2286000" y="3291840"/>
            <a:ext cx="4572000" cy="2743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github.com/AyushKoul124/MINI-PROJECT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A"/>
                </a:solidFill>
              </a:rPr>
              <a:t>AI-Based Cybersecurity System  ·  Project 16  ·  MIET (Autonomous)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6"/>
                </a:solidFill>
              </a:rPr>
              <a:t>Ayush Koul  ·  Vinayak Singh Jamwal  ·  Prajwal Shan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Cybersecurity System</dc:title>
  <dc:subject>PptxGenJS Presentation</dc:subject>
  <dc:creator>Ayush Koul, Vinayak Singh Jamwal, Prajwal Shan</dc:creator>
  <cp:lastModifiedBy>Ayush Koul, Vinayak Singh Jamwal, Prajwal Shan</cp:lastModifiedBy>
  <cp:revision>1</cp:revision>
  <dcterms:created xsi:type="dcterms:W3CDTF">2026-05-29T18:12:04Z</dcterms:created>
  <dcterms:modified xsi:type="dcterms:W3CDTF">2026-05-29T18:12:04Z</dcterms:modified>
</cp:coreProperties>
</file>