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AI-BASED CYBERSECURITY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rgbClr val="C9D1D9"/>
                </a:solidFill>
                <a:latin typeface="Segoe UI"/>
              </a:rPr>
              <a:t>Model Institute of Engineering and Technology (Autonomous)</a:t>
            </a:r>
          </a:p>
          <a:p>
            <a:pPr/>
          </a:p>
          <a:p>
            <a:pPr/>
            <a:r>
              <a:rPr>
                <a:solidFill>
                  <a:srgbClr val="C9D1D9"/>
                </a:solidFill>
                <a:latin typeface="Segoe UI"/>
              </a:rPr>
              <a:t>Authors: Ayush Koul, Vinayak Singh Jamwal, Prajwal 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The Problem: Escalating Network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Network infrastructures are expanding rapidly across the globe.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Hackers deploy automated, intelligent tools to scan and exploit vulnerabilities.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Zero-day attacks (previously unknown malware) bypass standard signature defenses.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Human analysts are overwhelmed with 'Alert Fatigue' from millions of false positives.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The Need: Why Traditional Defenses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Traditional Firewalls and Antiviruses rely on 'Signature Matching'.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If the malware hash isn't in the antivirus database, it breaches the system.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There is a critical need for dynamic, behavioral-based detection.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We need systems that learn what 'Normal' traffic mathematically looks like.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We need systems that flag deviations dynamically without prior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The Solution: AI-Driven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Implementing an Artificial Intelligence framework to categorize network packets.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Supervised Learning: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Categorizing known attack signatures instantly at the network edge.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Unsupervised Learning: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Flagging never-before-seen anomalies (Zero-Day threats).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Adversarial Defense: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Hardening our AI models against intelligent hackers using attack simulation.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Language: Python 3 (Industry Standard for AI)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Machine Learning Engine: scikit-learn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Data Manipulation Pipeline: pandas, numpy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Interactive Frontend UI: Streamlit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Visualization &amp; Analytics: matplotlib, seaborn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System Architecture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The project is decoupled into 4 distinct AI components: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1. Intrusion Detection: Binary classification (Normal vs Attack).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2. Anomaly Detection: Unsupervised isolation of bizarre traffic.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3. Traffic Classification: 5-class categorization (DoS, Probe, U2R, R2L).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4. Adversarial Attack Simulator: Injecting FGSM noise to test robustness.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Implementation: NSL-KDD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The Gold Standard benchmark dataset for network intrusion detection.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Contains 41 engineered features per network connection (e.g. src_bytes, duration).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Addresses redundancy issues present in legacy KDD Cup 1999 data.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Includes a complex mix of continuous and categorical features.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Pipeline: Trained on ~125,000 records and evaluated on ~22,000 unseen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The project is packaged as a professional Web Application.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Step 1. Start Local Server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Step 2. Select AI Module from Sidebar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Step 3. Execute 'Run Analysis'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Step 4. View real-time accuracy metrics and ROC Curves.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*(Please refer to live demonstration for the interactive UI workflow)*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Interactive Dashboard (Live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[PASTE YOUR STREAMLIT DASHBOARD SCREENSHOTS HERE]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Showcase the dark mode UI.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Showcase the metrics cards and generated matplotlib charts.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Accuracy Range: 97% - 99% depending on the specific model.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Ensemble models (Random Forest) vastly outperformed Decision Trees and MLPs.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Defense Against Overfitting (Why 98%?):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We utilized strict Train/Test splits ensuring no data leakage.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We validated consistency using Stratified K-Fold Cross Validation.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The high accuracy is largely due to the highly-engineered offline nature of NSL-KDD.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Integration with Real-Time Network Edge (SOC):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Connect the model to Zeek or Wireshark via live PCAP parsing.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Continuously stream live corporate packets directly into the inference engine.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Continuous Adversarial Training: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Automatically retrain the model on the adversarial noise we dynamically generate.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Ayush Koul: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Core System Architecture &amp; Streamlit UI Integration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Vinayak Singh Jamwal: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Supervised Intrusion &amp; Traffic Classification Models</a:t>
            </a:r>
          </a:p>
          <a:p>
            <a:pPr/>
            <a:r>
              <a:rPr b="1">
                <a:solidFill>
                  <a:srgbClr val="FFFFFF"/>
                </a:solidFill>
                <a:latin typeface="Segoe UI"/>
              </a:rPr>
              <a:t>Prajwal Shan:</a:t>
            </a:r>
          </a:p>
          <a:p>
            <a:pPr lvl="1"/>
            <a:r>
              <a:rPr>
                <a:solidFill>
                  <a:srgbClr val="C9D1D9"/>
                </a:solidFill>
                <a:latin typeface="Segoe UI"/>
              </a:rPr>
              <a:t>Unsupervised Anomaly Detection &amp; Adversarial Attack Simulation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58A6FF"/>
                </a:solidFill>
                <a:latin typeface="Segoe UI"/>
              </a:rPr>
              <a:t>Thank You! / Live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FFFFFF"/>
                </a:solidFill>
                <a:latin typeface="Segoe UI"/>
              </a:rPr>
              <a:t>Scan the QR Code to view the full project source code on GitHub.</a:t>
            </a:r>
          </a:p>
        </p:txBody>
      </p:sp>
      <p:pic>
        <p:nvPicPr>
          <p:cNvPr id="4" name="Picture 3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